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096025-9358-4FFF-91E6-C526FD3A4A56}">
  <a:tblStyle styleId="{63096025-9358-4FFF-91E6-C526FD3A4A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9df10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9df10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99df10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99df10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99df10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99df10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9df10e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9df10e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9df10e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9df10e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9df10e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9df10e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99df10e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99df10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99df10e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99df10e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99df10e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99df10e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98750" y="744575"/>
            <a:ext cx="5982000" cy="14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Pitch Deck Template</a:t>
            </a:r>
            <a:endParaRPr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98750" y="2355650"/>
            <a:ext cx="5899800" cy="14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Make a copy of this deck. 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 NOT add or remove any slides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Don’t forget to click on ‘Share’ and set ‘General Access’ to </a:t>
            </a:r>
            <a:r>
              <a:rPr b="1" lang="en-GB" sz="14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anyone </a:t>
            </a:r>
            <a:r>
              <a:rPr b="1" lang="en-GB" sz="14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with</a:t>
            </a:r>
            <a:r>
              <a:rPr b="1" lang="en-GB" sz="14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 the link can view</a:t>
            </a:r>
            <a:endParaRPr b="1" sz="1400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Name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TEAM NAME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/>
        </p:nvGraphicFramePr>
        <p:xfrm>
          <a:off x="952500" y="430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{63096025-9358-4FFF-91E6-C526FD3A4A56}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2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Member Name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Member Name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Member Name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Member Name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raj-rana-YtfUqAPLqMk-unsplash.jpg"/>
          <p:cNvPicPr preferRelativeResize="0"/>
          <p:nvPr/>
        </p:nvPicPr>
        <p:blipFill rotWithShape="1">
          <a:blip r:embed="rId5">
            <a:alphaModFix/>
          </a:blip>
          <a:srcRect b="7479" l="0" r="0" t="14033"/>
          <a:stretch/>
        </p:blipFill>
        <p:spPr>
          <a:xfrm>
            <a:off x="1694850" y="989525"/>
            <a:ext cx="5754300" cy="3010200"/>
          </a:xfrm>
          <a:prstGeom prst="roundRect">
            <a:avLst>
              <a:gd fmla="val 4116" name="adj"/>
            </a:avLst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18900" y="13531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lang="en-GB" sz="1800">
                <a:latin typeface="Inter"/>
                <a:ea typeface="Inter"/>
                <a:cs typeface="Inter"/>
                <a:sym typeface="Inter"/>
              </a:rPr>
              <a:t>picture of your team!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Describe the problem you’re solving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Tell us about what you’re building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1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2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3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 will it make money?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Anything else?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Notes, comments, launch plan, or anything else you need to convey to the judges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/>
          <p:nvPr>
            <p:ph idx="1" type="subTitle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One line about your favorite 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 of MumbaiHacks 2025!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